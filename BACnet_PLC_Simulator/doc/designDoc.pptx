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3D8FD3-42E6-4115-9E5E-A8FCCF6B73B5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484150-ABA0-430E-8BFA-F7FBD0D3520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16779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9275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2840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BD497-B16D-6FAC-23EF-328805845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AA2F8-CFC1-ACF6-57C8-77066A4A83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9EC5E-68E1-1351-937F-733A59FD3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70B8C-6EB5-1C9A-C076-232A1C8E0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95C80-B767-65BF-DAFA-B1470F94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3960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DE530-5592-9FA7-7912-10AD37E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11178-4904-2C15-5BC8-BEDEA42F1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97AC0-8651-3C4D-2F92-45902E38F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78015-2C4E-1A55-F8C5-0EE5542AF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C14E4-6128-4D0B-133C-4D1557A81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8559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AFFC-1EA7-1C9E-83DF-384D86AF8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523D-E705-1D0D-B7A0-C71026D4A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2D50B-0435-AE69-4B1A-2249195C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8F0A-E513-0660-BD1F-F1128C47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4D636-6188-F461-3F64-D66882BE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7528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DCC57-FDD3-9758-0CD3-E12449B94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E97C5-5EB9-ECD6-7CF0-031225660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55FD7-9550-1333-A04B-81F5ECB1A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675C4-5416-D1AC-5CEA-77EEBA691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031FC-476E-FCA2-E731-3414CD08F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5BD22-E144-EC17-6064-6801F379C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9471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8D19A-AE31-D573-7FC8-BCC6C19F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1C48D7-5380-92CC-9BB5-C927F2998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724EEF-9BDB-7A14-48AC-3B387E3B8A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268203-C3AC-9097-F482-43A2446C64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31181C-0214-4744-4400-C4C60AC0DA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E7F5A2-AC77-593F-AAE2-0E2E8CAEF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024E37-9778-FB97-7DE3-2E9005B4F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B77D26-E220-B06C-E344-98051EC74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07831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311-6F6C-2B43-CB4B-BA4C6AA1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9B6E9-FAED-2AEE-9AEB-E8FDEBF5F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02133-40C9-6A3D-A4D0-26692552F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08FA2-8CB2-43B0-CA63-B9E8F919E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7348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66069-3D37-25D7-3B02-3FFE107F3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8ED58F-3C03-0852-6A89-91DC0142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1DF36-91B3-02EE-51FC-F439EEAF5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7188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B595A-B1FB-F5CA-3E10-4FA3D57AD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84186-51FA-AA68-5560-735FFEEEE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221A6-8D79-0C6E-0C08-91DBA02AE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917BD6-B100-AD6B-9A8D-A9465F43E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3E387-4CC7-CC0B-16D4-0267BDAFF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61EAD-829F-DFFC-1C82-B73811FAC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44935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EE5FA-C8AC-A08B-A7DB-47DD9BCC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A82E8A-2AF9-1AFF-207C-94376AFD88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F293E-8996-6E8A-35F4-5286E46B5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DE34E-9019-DA2A-A280-A272B649D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A2FA7-6CC6-301F-1481-6EB4A4157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B3E3B9-897A-57DE-3374-5C543D2C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6472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EE15E-0396-87F7-2571-119B1A59D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1DE21D-5350-9D97-EA59-14C148685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D6ACE-0D47-3876-E0C9-868E5E034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D1364-EAB8-ABB2-0F90-BEFEBCBF1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9A529-2CE2-6739-78E3-FEA30461B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493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C842C9-2C63-6988-1D3A-79A1592F6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6F170-AFB7-386E-2A7A-009FA827F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7F4A-00FC-E1FA-86DE-E991133D9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CE20F-7A03-7613-DC96-1A4ECF981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9FF4-0CF5-37CD-396B-CDBA2F8A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644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412238-D5B1-0093-D04C-5DC4E3DDB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7B8E5C-1E5C-3140-D124-EE3E5EAE2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6C63E-0304-12F4-292B-63D862843B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6AC65-D226-512E-566E-B6656C30C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3784D-657F-7CDC-9B6C-3B6CA83B0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76826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6F6E16-C3F8-D740-368F-380B2C8507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50" y="448056"/>
            <a:ext cx="10549538" cy="6044184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DFEC3D80-BC84-E651-2416-169D6DC96C44}"/>
              </a:ext>
            </a:extLst>
          </p:cNvPr>
          <p:cNvCxnSpPr>
            <a:cxnSpLocks/>
          </p:cNvCxnSpPr>
          <p:nvPr/>
        </p:nvCxnSpPr>
        <p:spPr>
          <a:xfrm>
            <a:off x="1581912" y="2157983"/>
            <a:ext cx="1197864" cy="820389"/>
          </a:xfrm>
          <a:prstGeom prst="bentConnector3">
            <a:avLst>
              <a:gd name="adj1" fmla="val 2672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E53D711-5C56-30D9-F8BF-DB66C4B699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24" y="1104030"/>
            <a:ext cx="2470040" cy="11728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DB0F22F-0898-D07E-BFA6-2DAD1AEF8F6D}"/>
              </a:ext>
            </a:extLst>
          </p:cNvPr>
          <p:cNvSpPr txBox="1"/>
          <p:nvPr/>
        </p:nvSpPr>
        <p:spPr>
          <a:xfrm>
            <a:off x="1097280" y="5671280"/>
            <a:ext cx="4233672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connection interface lib for controller to link to the virtual or physical level0 OT device such as the temperature sensor, security door locker </a:t>
            </a:r>
            <a:endParaRPr lang="en-SG" sz="1400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48ECA6E-6E5E-4883-5BD8-63B1599232DF}"/>
              </a:ext>
            </a:extLst>
          </p:cNvPr>
          <p:cNvCxnSpPr>
            <a:cxnSpLocks/>
          </p:cNvCxnSpPr>
          <p:nvPr/>
        </p:nvCxnSpPr>
        <p:spPr>
          <a:xfrm flipV="1">
            <a:off x="4882896" y="5093208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9A7C705-8DB9-8984-4746-A77DFFEFA11D}"/>
              </a:ext>
            </a:extLst>
          </p:cNvPr>
          <p:cNvSpPr txBox="1"/>
          <p:nvPr/>
        </p:nvSpPr>
        <p:spPr>
          <a:xfrm>
            <a:off x="1097280" y="4581146"/>
            <a:ext cx="2903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Provide the RTU simulation program with 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BACnet server </a:t>
            </a:r>
            <a:r>
              <a:rPr lang="en-US" sz="1400" b="1" dirty="0"/>
              <a:t>for user to build different Level1 OT field controller </a:t>
            </a:r>
            <a:endParaRPr lang="en-SG" sz="14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8CAFB69-E6B3-D665-8C68-0ADABEF0CC2A}"/>
              </a:ext>
            </a:extLst>
          </p:cNvPr>
          <p:cNvCxnSpPr>
            <a:cxnSpLocks/>
          </p:cNvCxnSpPr>
          <p:nvPr/>
        </p:nvCxnSpPr>
        <p:spPr>
          <a:xfrm flipV="1">
            <a:off x="3042956" y="4003074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A1A2180-4199-D988-EDC8-D3271038D150}"/>
              </a:ext>
            </a:extLst>
          </p:cNvPr>
          <p:cNvSpPr txBox="1"/>
          <p:nvPr/>
        </p:nvSpPr>
        <p:spPr>
          <a:xfrm>
            <a:off x="7546466" y="832104"/>
            <a:ext cx="3752484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the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BACnet client </a:t>
            </a:r>
            <a:r>
              <a:rPr lang="en-US" sz="1400" b="1" dirty="0"/>
              <a:t>Communication interface for user to build their own HMI and Operation management Zone data base.</a:t>
            </a:r>
            <a:endParaRPr lang="en-SG" sz="1400" b="1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1AF8EF-A203-2D9C-0519-0370D0354880}"/>
              </a:ext>
            </a:extLst>
          </p:cNvPr>
          <p:cNvCxnSpPr>
            <a:cxnSpLocks/>
          </p:cNvCxnSpPr>
          <p:nvPr/>
        </p:nvCxnSpPr>
        <p:spPr>
          <a:xfrm flipH="1">
            <a:off x="5815584" y="832104"/>
            <a:ext cx="1730882" cy="1014984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96BA62-4A10-D7DD-C3C0-8988C981901F}"/>
              </a:ext>
            </a:extLst>
          </p:cNvPr>
          <p:cNvCxnSpPr>
            <a:cxnSpLocks/>
          </p:cNvCxnSpPr>
          <p:nvPr/>
        </p:nvCxnSpPr>
        <p:spPr>
          <a:xfrm>
            <a:off x="8092440" y="5712156"/>
            <a:ext cx="676656" cy="0"/>
          </a:xfrm>
          <a:prstGeom prst="straightConnector1">
            <a:avLst/>
          </a:prstGeom>
          <a:ln w="38100">
            <a:solidFill>
              <a:srgbClr val="00206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96A3F19-CD1D-7BF8-A8A5-FFFC13481B2B}"/>
              </a:ext>
            </a:extLst>
          </p:cNvPr>
          <p:cNvSpPr txBox="1"/>
          <p:nvPr/>
        </p:nvSpPr>
        <p:spPr>
          <a:xfrm>
            <a:off x="8895008" y="5558267"/>
            <a:ext cx="240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Simulated Electrical Signal 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A2D4D-D1AA-F1AF-CAA5-DC3EDAE1366B}"/>
              </a:ext>
            </a:extLst>
          </p:cNvPr>
          <p:cNvCxnSpPr>
            <a:cxnSpLocks/>
          </p:cNvCxnSpPr>
          <p:nvPr/>
        </p:nvCxnSpPr>
        <p:spPr>
          <a:xfrm>
            <a:off x="8092440" y="6093156"/>
            <a:ext cx="676656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B32BFAA-C15E-9FD9-3598-9CDD5E0A454E}"/>
              </a:ext>
            </a:extLst>
          </p:cNvPr>
          <p:cNvSpPr txBox="1"/>
          <p:nvPr/>
        </p:nvSpPr>
        <p:spPr>
          <a:xfrm>
            <a:off x="8895008" y="5939267"/>
            <a:ext cx="248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BACnet Communication Bus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B31F78-D48C-BEC4-8610-2C3564FC4C41}"/>
              </a:ext>
            </a:extLst>
          </p:cNvPr>
          <p:cNvSpPr txBox="1"/>
          <p:nvPr/>
        </p:nvSpPr>
        <p:spPr>
          <a:xfrm>
            <a:off x="893050" y="796253"/>
            <a:ext cx="30114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Building Management Dashboard </a:t>
            </a:r>
          </a:p>
        </p:txBody>
      </p:sp>
    </p:spTree>
    <p:extLst>
      <p:ext uri="{BB962C8B-B14F-4D97-AF65-F5344CB8AC3E}">
        <p14:creationId xmlns:p14="http://schemas.microsoft.com/office/powerpoint/2010/main" val="2528663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8F2139-5FB2-A488-50A4-CA081C68D190}"/>
              </a:ext>
            </a:extLst>
          </p:cNvPr>
          <p:cNvSpPr/>
          <p:nvPr/>
        </p:nvSpPr>
        <p:spPr>
          <a:xfrm>
            <a:off x="144379" y="2029968"/>
            <a:ext cx="11511815" cy="3054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F0480-660D-9366-D231-51E9D05A0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63" y="2151245"/>
            <a:ext cx="5389104" cy="2816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F88B5A-B013-E01A-F2FD-384A7A0B6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818" y="2148716"/>
            <a:ext cx="6170997" cy="281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9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9AF108-E3E9-16C2-C63F-C1BABF085F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150"/>
          <a:stretch>
            <a:fillRect/>
          </a:stretch>
        </p:blipFill>
        <p:spPr>
          <a:xfrm>
            <a:off x="842166" y="1005394"/>
            <a:ext cx="4861006" cy="50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33FFCA-8E5F-AA08-2DC9-C1AC6BFB84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543" b="2743"/>
          <a:stretch>
            <a:fillRect/>
          </a:stretch>
        </p:blipFill>
        <p:spPr>
          <a:xfrm>
            <a:off x="5893870" y="1005394"/>
            <a:ext cx="4861006" cy="50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52FE0B-6B91-CCDC-B92D-5112A0A5E662}"/>
              </a:ext>
            </a:extLst>
          </p:cNvPr>
          <p:cNvSpPr/>
          <p:nvPr/>
        </p:nvSpPr>
        <p:spPr>
          <a:xfrm>
            <a:off x="1143000" y="4745736"/>
            <a:ext cx="2523744" cy="338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D79EFF-6C47-9DFD-DAD4-ECFA70FC7362}"/>
              </a:ext>
            </a:extLst>
          </p:cNvPr>
          <p:cNvSpPr/>
          <p:nvPr/>
        </p:nvSpPr>
        <p:spPr>
          <a:xfrm>
            <a:off x="6178296" y="4745736"/>
            <a:ext cx="2523744" cy="338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CE1CA-B868-A72E-6964-EABCF2F6FEAE}"/>
              </a:ext>
            </a:extLst>
          </p:cNvPr>
          <p:cNvSpPr txBox="1"/>
          <p:nvPr/>
        </p:nvSpPr>
        <p:spPr>
          <a:xfrm>
            <a:off x="769014" y="616662"/>
            <a:ext cx="37206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C00000"/>
                </a:solidFill>
              </a:rPr>
              <a:t>Write Analog Value Property Request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06D824-C753-3985-0755-BD7F8801EF4C}"/>
              </a:ext>
            </a:extLst>
          </p:cNvPr>
          <p:cNvSpPr txBox="1"/>
          <p:nvPr/>
        </p:nvSpPr>
        <p:spPr>
          <a:xfrm>
            <a:off x="5841953" y="597929"/>
            <a:ext cx="37206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C00000"/>
                </a:solidFill>
              </a:rPr>
              <a:t>Read Analog Value Property Request</a:t>
            </a:r>
          </a:p>
        </p:txBody>
      </p:sp>
    </p:spTree>
    <p:extLst>
      <p:ext uri="{BB962C8B-B14F-4D97-AF65-F5344CB8AC3E}">
        <p14:creationId xmlns:p14="http://schemas.microsoft.com/office/powerpoint/2010/main" val="2685213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83</Words>
  <Application>Microsoft Office PowerPoint</Application>
  <PresentationFormat>Widescreen</PresentationFormat>
  <Paragraphs>10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4</cp:revision>
  <dcterms:created xsi:type="dcterms:W3CDTF">2026-01-09T07:16:27Z</dcterms:created>
  <dcterms:modified xsi:type="dcterms:W3CDTF">2026-01-13T05:50:46Z</dcterms:modified>
</cp:coreProperties>
</file>