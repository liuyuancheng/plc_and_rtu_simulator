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7/12/2025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20517" y="1183714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53469" y="1152954"/>
            <a:ext cx="3579817" cy="46673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905583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87292" y="115295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87292" y="75169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84274" y="3793348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87292" y="1168225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64286" y="3512785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81275" y="3921255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86758" y="4407506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80125" y="4846390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36550" y="5417727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072131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64286" y="4558381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64286" y="4997265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55142" y="5563141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88231" y="1183714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PLC/RTU Station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42249" y="77897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205848" y="20229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76478" y="4008176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83110" y="4038549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75947" y="1626477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508388" y="2408918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316891" y="1709950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34938" y="1757487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06065" y="855964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56339" y="1234300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95967" y="1766681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57231" y="809184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35434" y="1471459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303394" y="1764976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5" y="1471459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36535" y="3222397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79387" y="3217349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304874" y="4912424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83110" y="4568794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35723" y="3518124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35808" y="4008176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112746" y="5127253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60357" y="2738798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9505" y="257761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50455" y="2961275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39505" y="3370261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605903" y="2318694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214092" y="242975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214091" y="283573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203141" y="324924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3" y="3819709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43776" y="52406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607256" y="4510430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225581" y="476456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918599" y="4912423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918600" y="5127253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64286" y="5554181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75947" y="4471571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707391" y="2863035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601377" y="2710402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69200" y="3346863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91731" y="3820085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714523" y="3131465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715292" y="3622919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55159" y="3183421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68472" y="3478913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63923" y="3981889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91731" y="4287349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91731" y="468334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7006060" y="5063419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7024300" y="5466274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62466" y="4449192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59374" y="4849286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61648" y="5209575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60377" y="561925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6005959" y="2162019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6029645" y="2578741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6029645" y="29710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6025692" y="336521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6029645" y="4913546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43887" y="537620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97770" y="2121072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316891" y="4340795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316891" y="4748570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316891" y="5127253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316891" y="5536394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8025800" y="2077008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716278" y="3455269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8327" y="3909857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708327" y="444335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708327" y="4820313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708327" y="521459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31559" y="5572285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328535" y="1897995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7486" y="2525616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720517" y="2162019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54548" y="4181030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41114" y="1925349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620419" y="2085721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35434" y="4666409"/>
            <a:ext cx="3211175" cy="1148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63069" y="4812512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35643" y="4462046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97457" y="4393141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77629" y="3155081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90700" y="5176491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36108" y="4968585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53934" y="4965246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1020587" y="4683025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70807" y="4698697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63175" y="5636525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621117" y="5446303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72876" y="5417727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246</Words>
  <Application>Microsoft Office PowerPoint</Application>
  <PresentationFormat>Widescreen</PresentationFormat>
  <Paragraphs>60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6</cp:revision>
  <dcterms:created xsi:type="dcterms:W3CDTF">2025-12-05T01:36:25Z</dcterms:created>
  <dcterms:modified xsi:type="dcterms:W3CDTF">2025-12-07T15:32:48Z</dcterms:modified>
</cp:coreProperties>
</file>