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7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38F6C-DD49-E6C4-A8C1-9D8B327BD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00039B-C899-6C20-2AC6-CF090B83B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06941-7F80-9114-0B27-6B73EB289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E4B4D-6422-F24B-DC04-5FB04AC6E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047B0-C257-A2A4-96DF-85B24F12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63140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1620-18AA-ECE0-7D52-6C0ADFC90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17B04-E194-E4A2-3530-BCB7B679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4F8F0-180B-9DB4-7D3F-9B08BF234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A53A1-9323-F9E2-A5C4-C367F0829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076B5-99DA-E51B-067E-53AFABCB9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2104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898A-F2B4-FAED-A343-7D2818E4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875FF-CF6A-BAAA-E513-AB7BA31E5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C6A9C-90BF-B959-4237-47B6404F8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A0D4F-B941-C81E-F937-659802F6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9D32C-3276-0564-C0B0-31D576CF4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69802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54C4-A9D5-3F53-C3B1-5DB06E14A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767D-1A1D-0440-6F00-7E3E2CC3CF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1DD5F-39AF-DA6B-04EB-32CFB2559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CFF3A-4A67-78AD-4888-CC3157FDA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B438B-EE01-F471-70F0-264F07088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8137A-9575-F372-80B4-498647219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987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86AE5-5B31-CF7E-3E05-FDF6CB856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256D-A787-F821-80D5-BE667C4AE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C564E8-DB3C-2C31-B7E0-51231596B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F7B4B-2AFF-E0AD-DC3B-A714C6F1C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B43-17D1-88A4-0890-FE44598C9E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9E92FB-F65D-3F64-85C8-1C1FB00A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77BEC6-01DC-9BB3-F9A4-7CDAC289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C4A87F-25A0-5166-8528-F1B27990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641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477AB-6761-6049-75A1-844563FD0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E36590-09F9-5216-3E2B-F2A9DC4E9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DC0F4-851A-B5F4-9C2F-2566B52D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BC788-6650-08B5-153D-2981CE156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969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67D8B2-C409-B7EC-77A9-1A82952B2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8BC897-DEF7-F338-8869-386871635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B9604-F622-F171-FE51-BC5282DE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0648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69F1-F4BC-F1D8-16FE-276433A2B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F2B6-05E8-DE23-29B7-1B80F2F8C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AC3EE-FB06-7B9A-9BD0-4FE0EF79E8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61F73-A553-EE0B-BBF2-6B0C6FEAF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C75C2-7205-4A36-3E14-EFAF10E3D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9C2A-32B3-ECC0-37E3-E28E712D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9835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CB96-147F-2CCE-CD5C-65C3CE7DC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C46E4-A597-AF69-CB98-25C1282545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B61AD-95BC-8E62-B457-932A677D8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2ED2E-4E76-787C-EB12-87704017A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8AF81-B4E1-BAE8-92E6-6AEE5A03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BEF4D-D41B-9B21-1A4A-7A57658B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748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2E400-870C-A81B-F399-8F5C8783F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30EE61-20D6-B3AA-7988-2B63CBC8D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CA7BC-035F-119B-097F-E469AD612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8E811-A138-C9E2-3425-8627B8D71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C5A95-C597-ED14-7CE9-9488981D6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2949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4F920B-57D2-680B-91DB-6C2C6C9926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9764E-24E3-7A34-3D59-017ADDCCA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D2F69-656F-75D9-F2D2-B345DC9D4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6C4BA-B109-B85C-9E29-88DF7B67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1E15E-71C5-3CF5-32B3-BE14E3F7F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07302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7E0094-20DB-FA33-623A-E867DCDA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F8D05-DC43-2649-8E85-B96448EF0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6F8E-EFB8-46DE-0C63-45DF7CD86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7D99D-7DBB-A859-EDF2-70BD458C0E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9C2DD-D460-1FF6-CA0C-A46875C1FB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0899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1E2D1F50-8F6C-973B-2032-BD3AF0BD30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40830" r="2289" b="4449"/>
          <a:stretch/>
        </p:blipFill>
        <p:spPr>
          <a:xfrm>
            <a:off x="3714068" y="1805940"/>
            <a:ext cx="7416703" cy="32461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5E4F8E-2DBD-018D-ECED-17EB9DF12DD1}"/>
              </a:ext>
            </a:extLst>
          </p:cNvPr>
          <p:cNvCxnSpPr>
            <a:cxnSpLocks/>
          </p:cNvCxnSpPr>
          <p:nvPr/>
        </p:nvCxnSpPr>
        <p:spPr>
          <a:xfrm>
            <a:off x="3502310" y="4436284"/>
            <a:ext cx="19986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E963E89-F205-BA35-74CC-607A9DF35AE0}"/>
              </a:ext>
            </a:extLst>
          </p:cNvPr>
          <p:cNvSpPr txBox="1"/>
          <p:nvPr/>
        </p:nvSpPr>
        <p:spPr>
          <a:xfrm>
            <a:off x="1233521" y="4218494"/>
            <a:ext cx="2268789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connection interface lib for user to connect to the virtual or physical level0 OT device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0C818C-A0BD-B2DF-200A-F0C367616485}"/>
              </a:ext>
            </a:extLst>
          </p:cNvPr>
          <p:cNvCxnSpPr>
            <a:cxnSpLocks/>
          </p:cNvCxnSpPr>
          <p:nvPr/>
        </p:nvCxnSpPr>
        <p:spPr>
          <a:xfrm>
            <a:off x="3502310" y="3883763"/>
            <a:ext cx="2166970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C5B4BB-87CF-1FCB-7CDF-8B274EF9EA18}"/>
              </a:ext>
            </a:extLst>
          </p:cNvPr>
          <p:cNvSpPr txBox="1"/>
          <p:nvPr/>
        </p:nvSpPr>
        <p:spPr>
          <a:xfrm>
            <a:off x="1234093" y="3051405"/>
            <a:ext cx="2255863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PLC, IED and RTU simulation program with </a:t>
            </a: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OPC-UA-TCP server </a:t>
            </a:r>
            <a:r>
              <a:rPr lang="en-US" sz="1200" b="1" dirty="0"/>
              <a:t>for user to build different Level1 OT field controller 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02E59-111C-294F-5175-27BD18132836}"/>
              </a:ext>
            </a:extLst>
          </p:cNvPr>
          <p:cNvSpPr txBox="1"/>
          <p:nvPr/>
        </p:nvSpPr>
        <p:spPr>
          <a:xfrm>
            <a:off x="1233521" y="1833031"/>
            <a:ext cx="2250790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OPC-UA-TCP client </a:t>
            </a:r>
            <a:r>
              <a:rPr lang="en-US" sz="1200" b="1" dirty="0"/>
              <a:t>Communication interface for user to build their own HMI and Operation management Zone data base.</a:t>
            </a:r>
            <a:endParaRPr lang="en-SG" sz="1200" b="1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62C02A-C721-7E5B-D44E-EEFF1F8F713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1392388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8FF1F7-AC92-4C29-A721-6EFB393E30F0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73741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BABED4C-C9CF-0FC8-A8A9-EEC49C036B83}"/>
              </a:ext>
            </a:extLst>
          </p:cNvPr>
          <p:cNvSpPr txBox="1"/>
          <p:nvPr/>
        </p:nvSpPr>
        <p:spPr>
          <a:xfrm>
            <a:off x="5831172" y="3891658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PLC</a:t>
            </a:r>
            <a:endParaRPr lang="en-SG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B7CE16-06AA-BEFB-17CF-DCDF8E58DDF6}"/>
              </a:ext>
            </a:extLst>
          </p:cNvPr>
          <p:cNvSpPr txBox="1"/>
          <p:nvPr/>
        </p:nvSpPr>
        <p:spPr>
          <a:xfrm>
            <a:off x="6892764" y="3891657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RTU</a:t>
            </a:r>
            <a:endParaRPr lang="en-SG" sz="1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D0AB5-FBCF-B005-E1D2-67ABC228D9DC}"/>
              </a:ext>
            </a:extLst>
          </p:cNvPr>
          <p:cNvSpPr txBox="1"/>
          <p:nvPr/>
        </p:nvSpPr>
        <p:spPr>
          <a:xfrm>
            <a:off x="5392260" y="3475651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08DEDB-B997-9BD8-5962-C4E36011BB2C}"/>
              </a:ext>
            </a:extLst>
          </p:cNvPr>
          <p:cNvSpPr txBox="1"/>
          <p:nvPr/>
        </p:nvSpPr>
        <p:spPr>
          <a:xfrm>
            <a:off x="7879037" y="3456252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Clients</a:t>
            </a:r>
            <a:endParaRPr lang="en-SG" sz="1200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40CA5B-C451-18EF-D9B0-A8480118E5E7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295308" y="3594752"/>
            <a:ext cx="583729" cy="59631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0F8F5B0-C633-6E34-DA7E-63C1BC3D6D7D}"/>
              </a:ext>
            </a:extLst>
          </p:cNvPr>
          <p:cNvSpPr txBox="1"/>
          <p:nvPr/>
        </p:nvSpPr>
        <p:spPr>
          <a:xfrm>
            <a:off x="7879037" y="4483061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Server</a:t>
            </a:r>
            <a:endParaRPr lang="en-SG" sz="12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759DFA-D647-0324-8D7F-7AAFBCB40364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295308" y="4621561"/>
            <a:ext cx="58372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B092182-820F-D028-6797-81BA0D01D5A7}"/>
              </a:ext>
            </a:extLst>
          </p:cNvPr>
          <p:cNvCxnSpPr>
            <a:cxnSpLocks/>
          </p:cNvCxnSpPr>
          <p:nvPr/>
        </p:nvCxnSpPr>
        <p:spPr>
          <a:xfrm flipV="1">
            <a:off x="5431536" y="2807014"/>
            <a:ext cx="0" cy="3645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EF6315D-7C5A-4E44-053C-ED174BF99EA4}"/>
              </a:ext>
            </a:extLst>
          </p:cNvPr>
          <p:cNvCxnSpPr>
            <a:cxnSpLocks/>
          </p:cNvCxnSpPr>
          <p:nvPr/>
        </p:nvCxnSpPr>
        <p:spPr>
          <a:xfrm>
            <a:off x="5431536" y="2791055"/>
            <a:ext cx="3218688" cy="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DD0457C-8A6B-8BCC-803B-F4704A620A89}"/>
              </a:ext>
            </a:extLst>
          </p:cNvPr>
          <p:cNvCxnSpPr/>
          <p:nvPr/>
        </p:nvCxnSpPr>
        <p:spPr>
          <a:xfrm rot="5400000" flipH="1" flipV="1">
            <a:off x="7917637" y="2460804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F45F6A8-8726-4D1C-74D3-8D14CF2D550B}"/>
              </a:ext>
            </a:extLst>
          </p:cNvPr>
          <p:cNvCxnSpPr/>
          <p:nvPr/>
        </p:nvCxnSpPr>
        <p:spPr>
          <a:xfrm rot="5400000" flipH="1" flipV="1">
            <a:off x="8557718" y="2460803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955C0FD-45E4-F69B-EC1D-FA5A0F5D974A}"/>
              </a:ext>
            </a:extLst>
          </p:cNvPr>
          <p:cNvSpPr txBox="1"/>
          <p:nvPr/>
        </p:nvSpPr>
        <p:spPr>
          <a:xfrm>
            <a:off x="5392260" y="3083268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BC82DF-9349-2E0F-3BDB-FD4011F39E1E}"/>
              </a:ext>
            </a:extLst>
          </p:cNvPr>
          <p:cNvSpPr txBox="1"/>
          <p:nvPr/>
        </p:nvSpPr>
        <p:spPr>
          <a:xfrm>
            <a:off x="4874086" y="3954318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EC27E2-2DD5-1733-C42C-5913DAD2EF57}"/>
              </a:ext>
            </a:extLst>
          </p:cNvPr>
          <p:cNvSpPr txBox="1"/>
          <p:nvPr/>
        </p:nvSpPr>
        <p:spPr>
          <a:xfrm>
            <a:off x="6196114" y="3813694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D3A163-D27B-FCA5-FA25-D6DCCF26843D}"/>
              </a:ext>
            </a:extLst>
          </p:cNvPr>
          <p:cNvSpPr txBox="1"/>
          <p:nvPr/>
        </p:nvSpPr>
        <p:spPr>
          <a:xfrm>
            <a:off x="7000907" y="3228945"/>
            <a:ext cx="9620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41740A-70ED-D6DD-2198-13A361E923D7}"/>
              </a:ext>
            </a:extLst>
          </p:cNvPr>
          <p:cNvSpPr txBox="1"/>
          <p:nvPr/>
        </p:nvSpPr>
        <p:spPr>
          <a:xfrm>
            <a:off x="7783151" y="2041245"/>
            <a:ext cx="110481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8384C8-B196-384D-6117-E7FCA38D0824}"/>
              </a:ext>
            </a:extLst>
          </p:cNvPr>
          <p:cNvSpPr txBox="1"/>
          <p:nvPr/>
        </p:nvSpPr>
        <p:spPr>
          <a:xfrm>
            <a:off x="8695944" y="2027155"/>
            <a:ext cx="13350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934C0A1-5BF1-E68B-48A4-50314D4BE06C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74171" y="3653422"/>
            <a:ext cx="457612" cy="263041"/>
          </a:xfrm>
          <a:prstGeom prst="bentConnector3">
            <a:avLst>
              <a:gd name="adj1" fmla="val 2043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C686EED-5585-AEBC-C0F3-C1CCE34684D1}"/>
              </a:ext>
            </a:extLst>
          </p:cNvPr>
          <p:cNvSpPr txBox="1"/>
          <p:nvPr/>
        </p:nvSpPr>
        <p:spPr>
          <a:xfrm>
            <a:off x="1233521" y="1418764"/>
            <a:ext cx="10108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OPC-UA data follow with related OPC-UA-TCP server and client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256930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720517" y="1183714"/>
            <a:ext cx="3211175" cy="31036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53469" y="1152954"/>
            <a:ext cx="3579817" cy="46673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40637" y="905583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87292" y="1152954"/>
            <a:ext cx="3476351" cy="46694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387292" y="75169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84274" y="3793348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87292" y="1168225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Runway Light Physical World Simulator 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169345-CD59-858A-D168-0175864E63EE}"/>
              </a:ext>
            </a:extLst>
          </p:cNvPr>
          <p:cNvCxnSpPr>
            <a:cxnSpLocks/>
          </p:cNvCxnSpPr>
          <p:nvPr/>
        </p:nvCxnSpPr>
        <p:spPr>
          <a:xfrm>
            <a:off x="764286" y="3512785"/>
            <a:ext cx="0" cy="20595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1081275" y="3921255"/>
            <a:ext cx="1501835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Airport Traffic Tracker</a:t>
            </a:r>
            <a:endParaRPr lang="en-SG" sz="105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AA0F87-D125-13AC-C43F-CF9FC1571D60}"/>
              </a:ext>
            </a:extLst>
          </p:cNvPr>
          <p:cNvSpPr/>
          <p:nvPr/>
        </p:nvSpPr>
        <p:spPr>
          <a:xfrm>
            <a:off x="1086758" y="4407506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Info Sensor</a:t>
            </a:r>
            <a:endParaRPr lang="en-SG" sz="105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A68DBE-A868-FFB8-EB9E-5D0BFFA821FF}"/>
              </a:ext>
            </a:extLst>
          </p:cNvPr>
          <p:cNvSpPr/>
          <p:nvPr/>
        </p:nvSpPr>
        <p:spPr>
          <a:xfrm>
            <a:off x="1080125" y="4846390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Airspace info Tracker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1036550" y="5417727"/>
            <a:ext cx="2076196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Grand Station ADS-B Antenna </a:t>
            </a:r>
            <a:endParaRPr lang="en-SG" sz="105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289AE06-8109-79F3-E31D-63C376FAA7A6}"/>
              </a:ext>
            </a:extLst>
          </p:cNvPr>
          <p:cNvCxnSpPr>
            <a:cxnSpLocks/>
          </p:cNvCxnSpPr>
          <p:nvPr/>
        </p:nvCxnSpPr>
        <p:spPr>
          <a:xfrm>
            <a:off x="764286" y="4072131"/>
            <a:ext cx="3169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428395-9AC9-B7C7-6DFF-81BCFA3EF1FE}"/>
              </a:ext>
            </a:extLst>
          </p:cNvPr>
          <p:cNvCxnSpPr>
            <a:cxnSpLocks/>
          </p:cNvCxnSpPr>
          <p:nvPr/>
        </p:nvCxnSpPr>
        <p:spPr>
          <a:xfrm flipV="1">
            <a:off x="764286" y="4558381"/>
            <a:ext cx="316988" cy="14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6792B7D-4A52-604D-DE58-ECACBF938F9B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764286" y="4997265"/>
            <a:ext cx="315839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268C3D-7220-04E8-B292-2B0A15542367}"/>
              </a:ext>
            </a:extLst>
          </p:cNvPr>
          <p:cNvCxnSpPr>
            <a:cxnSpLocks/>
          </p:cNvCxnSpPr>
          <p:nvPr/>
        </p:nvCxnSpPr>
        <p:spPr>
          <a:xfrm>
            <a:off x="755142" y="5563141"/>
            <a:ext cx="27226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88231" y="1183714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542249" y="778976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205848" y="20229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7DEB4B8-1FDC-0C57-7FF9-3EFB3B9A11F4}"/>
              </a:ext>
            </a:extLst>
          </p:cNvPr>
          <p:cNvCxnSpPr>
            <a:cxnSpLocks/>
            <a:stCxn id="7" idx="1"/>
            <a:endCxn id="16" idx="3"/>
          </p:cNvCxnSpPr>
          <p:nvPr/>
        </p:nvCxnSpPr>
        <p:spPr>
          <a:xfrm rot="10800000" flipV="1">
            <a:off x="2576478" y="4008176"/>
            <a:ext cx="707797" cy="989089"/>
          </a:xfrm>
          <a:prstGeom prst="bentConnector3">
            <a:avLst>
              <a:gd name="adj1" fmla="val 65503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C8D18B1-2871-3609-9064-4C63D393655B}"/>
              </a:ext>
            </a:extLst>
          </p:cNvPr>
          <p:cNvCxnSpPr>
            <a:cxnSpLocks/>
          </p:cNvCxnSpPr>
          <p:nvPr/>
        </p:nvCxnSpPr>
        <p:spPr>
          <a:xfrm>
            <a:off x="2583110" y="4038549"/>
            <a:ext cx="21495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75947" y="1626477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508388" y="2408918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>
            <a:off x="6316891" y="1709950"/>
            <a:ext cx="0" cy="386233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76382" y="5512100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34938" y="1757487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506065" y="855964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56339" y="1234300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95967" y="1766681"/>
            <a:ext cx="1145147" cy="3190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57231" y="809184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Center (HQ)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35434" y="1471459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04E0445-5CB2-9692-08F8-3535A7295FBE}"/>
              </a:ext>
            </a:extLst>
          </p:cNvPr>
          <p:cNvSpPr/>
          <p:nvPr/>
        </p:nvSpPr>
        <p:spPr>
          <a:xfrm>
            <a:off x="10303394" y="1764976"/>
            <a:ext cx="1501314" cy="320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876544-B632-5624-CE69-D0AEB4C1B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5" y="1471459"/>
            <a:ext cx="3286336" cy="176640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350E997-534A-3CB9-264F-6AAA1526C42B}"/>
              </a:ext>
            </a:extLst>
          </p:cNvPr>
          <p:cNvSpPr/>
          <p:nvPr/>
        </p:nvSpPr>
        <p:spPr>
          <a:xfrm>
            <a:off x="2536535" y="3222397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 ADS-B </a:t>
            </a:r>
            <a:endParaRPr lang="en-SG" sz="10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95BC8-B6C5-DB05-A7F1-2920CADF63BE}"/>
              </a:ext>
            </a:extLst>
          </p:cNvPr>
          <p:cNvSpPr/>
          <p:nvPr/>
        </p:nvSpPr>
        <p:spPr>
          <a:xfrm>
            <a:off x="579387" y="3217349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ADS-B </a:t>
            </a:r>
            <a:endParaRPr lang="en-SG" sz="105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304874" y="4912424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output </a:t>
            </a:r>
            <a:endParaRPr lang="en-SG" sz="1050" b="1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E59ED7-6BD5-D26D-9D32-64CCE0B9EACA}"/>
              </a:ext>
            </a:extLst>
          </p:cNvPr>
          <p:cNvCxnSpPr>
            <a:cxnSpLocks/>
          </p:cNvCxnSpPr>
          <p:nvPr/>
        </p:nvCxnSpPr>
        <p:spPr>
          <a:xfrm>
            <a:off x="2583110" y="4568794"/>
            <a:ext cx="25978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EB276C-868D-11DD-662A-3D0349BC4CA8}"/>
              </a:ext>
            </a:extLst>
          </p:cNvPr>
          <p:cNvCxnSpPr>
            <a:cxnSpLocks/>
          </p:cNvCxnSpPr>
          <p:nvPr/>
        </p:nvCxnSpPr>
        <p:spPr>
          <a:xfrm flipH="1">
            <a:off x="2935723" y="3518124"/>
            <a:ext cx="0" cy="18647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57A3C19-291D-CCA6-29E3-85DE7A24D6E8}"/>
              </a:ext>
            </a:extLst>
          </p:cNvPr>
          <p:cNvCxnSpPr>
            <a:cxnSpLocks/>
          </p:cNvCxnSpPr>
          <p:nvPr/>
        </p:nvCxnSpPr>
        <p:spPr>
          <a:xfrm flipH="1" flipV="1">
            <a:off x="3035808" y="4008176"/>
            <a:ext cx="9610" cy="1374655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5F3C673-95C7-5367-E25F-92130ADBB6BE}"/>
              </a:ext>
            </a:extLst>
          </p:cNvPr>
          <p:cNvCxnSpPr>
            <a:cxnSpLocks/>
            <a:stCxn id="51" idx="1"/>
            <a:endCxn id="18" idx="3"/>
          </p:cNvCxnSpPr>
          <p:nvPr/>
        </p:nvCxnSpPr>
        <p:spPr>
          <a:xfrm rot="10800000" flipV="1">
            <a:off x="3112746" y="5127253"/>
            <a:ext cx="192128" cy="4413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60357" y="2738798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9505" y="257761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504067F-036D-8488-B2A9-19B3289F5FD6}"/>
              </a:ext>
            </a:extLst>
          </p:cNvPr>
          <p:cNvCxnSpPr>
            <a:cxnSpLocks/>
          </p:cNvCxnSpPr>
          <p:nvPr/>
        </p:nvCxnSpPr>
        <p:spPr>
          <a:xfrm>
            <a:off x="4750455" y="2961275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39505" y="3370261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605903" y="2318694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214092" y="2429755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B23D02C-51CF-53CB-D764-1F98322F2306}"/>
              </a:ext>
            </a:extLst>
          </p:cNvPr>
          <p:cNvSpPr/>
          <p:nvPr/>
        </p:nvSpPr>
        <p:spPr>
          <a:xfrm>
            <a:off x="5214091" y="283573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203141" y="324924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23" y="3819709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243776" y="52406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 flipH="1">
            <a:off x="5607256" y="4510430"/>
            <a:ext cx="0" cy="74791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110A911-EE3D-D61C-52DE-1AC39674F8F3}"/>
              </a:ext>
            </a:extLst>
          </p:cNvPr>
          <p:cNvSpPr/>
          <p:nvPr/>
        </p:nvSpPr>
        <p:spPr>
          <a:xfrm>
            <a:off x="5225581" y="476456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FA077B2-D8F0-4FEB-5C84-DD1A3C829F03}"/>
              </a:ext>
            </a:extLst>
          </p:cNvPr>
          <p:cNvCxnSpPr>
            <a:cxnSpLocks/>
            <a:stCxn id="55" idx="1"/>
            <a:endCxn id="51" idx="3"/>
          </p:cNvCxnSpPr>
          <p:nvPr/>
        </p:nvCxnSpPr>
        <p:spPr>
          <a:xfrm rot="10800000" flipV="1">
            <a:off x="4918599" y="4912423"/>
            <a:ext cx="306982" cy="214829"/>
          </a:xfrm>
          <a:prstGeom prst="bentConnector3">
            <a:avLst>
              <a:gd name="adj1" fmla="val 47021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155D77B1-08E9-154E-8C98-D672A18469DD}"/>
              </a:ext>
            </a:extLst>
          </p:cNvPr>
          <p:cNvCxnSpPr>
            <a:cxnSpLocks/>
            <a:stCxn id="64" idx="1"/>
            <a:endCxn id="51" idx="3"/>
          </p:cNvCxnSpPr>
          <p:nvPr/>
        </p:nvCxnSpPr>
        <p:spPr>
          <a:xfrm rot="10800000">
            <a:off x="4918600" y="5127253"/>
            <a:ext cx="325177" cy="261278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64286" y="5554181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75947" y="4471571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707391" y="2863035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601377" y="2710402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D5FE424-A367-3C28-9EC2-FEC206B51DD2}"/>
              </a:ext>
            </a:extLst>
          </p:cNvPr>
          <p:cNvSpPr/>
          <p:nvPr/>
        </p:nvSpPr>
        <p:spPr>
          <a:xfrm>
            <a:off x="6969200" y="3346863"/>
            <a:ext cx="72750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79411E-32F9-607A-B802-1701A9941E8F}"/>
              </a:ext>
            </a:extLst>
          </p:cNvPr>
          <p:cNvSpPr/>
          <p:nvPr/>
        </p:nvSpPr>
        <p:spPr>
          <a:xfrm>
            <a:off x="6991731" y="3820085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D9F366C-1167-ADB7-31FA-71CB1091E8E7}"/>
              </a:ext>
            </a:extLst>
          </p:cNvPr>
          <p:cNvSpPr txBox="1"/>
          <p:nvPr/>
        </p:nvSpPr>
        <p:spPr>
          <a:xfrm>
            <a:off x="6714523" y="3131465"/>
            <a:ext cx="14778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Input OW MD Flag</a:t>
            </a:r>
            <a:endParaRPr lang="en-SG" sz="10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11925AC-536C-97AD-B446-13955461CC2E}"/>
              </a:ext>
            </a:extLst>
          </p:cNvPr>
          <p:cNvSpPr txBox="1"/>
          <p:nvPr/>
        </p:nvSpPr>
        <p:spPr>
          <a:xfrm>
            <a:off x="6715292" y="3622919"/>
            <a:ext cx="13619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output OW MD Flag</a:t>
            </a:r>
            <a:endParaRPr lang="en-SG" sz="1000" b="1" dirty="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>
            <a:off x="6755159" y="3183421"/>
            <a:ext cx="0" cy="245310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E440B2E-5A51-2DD2-5D6C-2D0A8963ED29}"/>
              </a:ext>
            </a:extLst>
          </p:cNvPr>
          <p:cNvCxnSpPr>
            <a:cxnSpLocks/>
          </p:cNvCxnSpPr>
          <p:nvPr/>
        </p:nvCxnSpPr>
        <p:spPr>
          <a:xfrm>
            <a:off x="6768472" y="3478913"/>
            <a:ext cx="17823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8FEA681-93E8-4A7E-2054-1B48AB3FE81A}"/>
              </a:ext>
            </a:extLst>
          </p:cNvPr>
          <p:cNvCxnSpPr>
            <a:cxnSpLocks/>
          </p:cNvCxnSpPr>
          <p:nvPr/>
        </p:nvCxnSpPr>
        <p:spPr>
          <a:xfrm>
            <a:off x="6763923" y="3981889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91731" y="4287349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91731" y="468334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99F708D-26AB-4FBF-046F-8F867ABB61B3}"/>
              </a:ext>
            </a:extLst>
          </p:cNvPr>
          <p:cNvSpPr/>
          <p:nvPr/>
        </p:nvSpPr>
        <p:spPr>
          <a:xfrm>
            <a:off x="7006060" y="5063419"/>
            <a:ext cx="690868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UA-str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7024300" y="5466274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62466" y="4449192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59374" y="4849286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5D78C37-A35E-4426-3B80-302CAAD47379}"/>
              </a:ext>
            </a:extLst>
          </p:cNvPr>
          <p:cNvCxnSpPr>
            <a:cxnSpLocks/>
            <a:endCxn id="140" idx="1"/>
          </p:cNvCxnSpPr>
          <p:nvPr/>
        </p:nvCxnSpPr>
        <p:spPr>
          <a:xfrm>
            <a:off x="6761648" y="5209575"/>
            <a:ext cx="24441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60377" y="561925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6005959" y="2162019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6029645" y="2578741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B152814-F4EE-D280-11C7-B7BC5907F0C3}"/>
              </a:ext>
            </a:extLst>
          </p:cNvPr>
          <p:cNvCxnSpPr>
            <a:cxnSpLocks/>
          </p:cNvCxnSpPr>
          <p:nvPr/>
        </p:nvCxnSpPr>
        <p:spPr>
          <a:xfrm flipV="1">
            <a:off x="6029645" y="2971077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6025692" y="336521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9742BBF-A5E9-65F0-3328-10E6EBF9387A}"/>
              </a:ext>
            </a:extLst>
          </p:cNvPr>
          <p:cNvCxnSpPr>
            <a:cxnSpLocks/>
          </p:cNvCxnSpPr>
          <p:nvPr/>
        </p:nvCxnSpPr>
        <p:spPr>
          <a:xfrm flipV="1">
            <a:off x="6029645" y="4913546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6043887" y="537620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97770" y="2121072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>
            <a:off x="6316891" y="4340795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>
            <a:off x="6316891" y="4748570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>
            <a:off x="6316891" y="5127253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A8F7639-1573-25BF-3363-56F799B726BA}"/>
              </a:ext>
            </a:extLst>
          </p:cNvPr>
          <p:cNvCxnSpPr>
            <a:cxnSpLocks/>
          </p:cNvCxnSpPr>
          <p:nvPr/>
        </p:nvCxnSpPr>
        <p:spPr>
          <a:xfrm>
            <a:off x="6316891" y="5536394"/>
            <a:ext cx="69598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8025800" y="2077008"/>
            <a:ext cx="0" cy="3495277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716278" y="3455269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8327" y="3909857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EC9CBB72-AAEF-1834-6078-B5EF5B78AA7F}"/>
              </a:ext>
            </a:extLst>
          </p:cNvPr>
          <p:cNvCxnSpPr>
            <a:cxnSpLocks/>
          </p:cNvCxnSpPr>
          <p:nvPr/>
        </p:nvCxnSpPr>
        <p:spPr>
          <a:xfrm>
            <a:off x="7708327" y="4443351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708327" y="4820313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E8BBB2C4-0C1E-9F73-3643-125FB192A4E7}"/>
              </a:ext>
            </a:extLst>
          </p:cNvPr>
          <p:cNvCxnSpPr>
            <a:cxnSpLocks/>
          </p:cNvCxnSpPr>
          <p:nvPr/>
        </p:nvCxnSpPr>
        <p:spPr>
          <a:xfrm>
            <a:off x="7708327" y="5214590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FC68B51C-E7AF-0A90-B2F0-4C6558175EB3}"/>
              </a:ext>
            </a:extLst>
          </p:cNvPr>
          <p:cNvCxnSpPr>
            <a:cxnSpLocks/>
          </p:cNvCxnSpPr>
          <p:nvPr/>
        </p:nvCxnSpPr>
        <p:spPr>
          <a:xfrm>
            <a:off x="7731559" y="5572285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  <a:stCxn id="150" idx="3"/>
          </p:cNvCxnSpPr>
          <p:nvPr/>
        </p:nvCxnSpPr>
        <p:spPr>
          <a:xfrm>
            <a:off x="8328535" y="1897995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4" name="Picture 2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5D7A81-7A1B-6D82-40E2-8F7915660A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7486" y="2525616"/>
            <a:ext cx="2877236" cy="154651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32" name="TextBox 231">
            <a:extLst>
              <a:ext uri="{FF2B5EF4-FFF2-40B4-BE49-F238E27FC236}">
                <a16:creationId xmlns:a16="http://schemas.microsoft.com/office/drawing/2014/main" id="{DC5DF342-2363-0748-E49A-4EBC751D472B}"/>
              </a:ext>
            </a:extLst>
          </p:cNvPr>
          <p:cNvSpPr txBox="1"/>
          <p:nvPr/>
        </p:nvSpPr>
        <p:spPr>
          <a:xfrm>
            <a:off x="8720517" y="2162019"/>
            <a:ext cx="1871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ADS-B Monitor HMI</a:t>
            </a:r>
            <a:endParaRPr lang="en-SG" sz="1400" b="1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2E3E224-995B-1B4A-E7E1-6BB2E1DE07D0}"/>
              </a:ext>
            </a:extLst>
          </p:cNvPr>
          <p:cNvSpPr/>
          <p:nvPr/>
        </p:nvSpPr>
        <p:spPr>
          <a:xfrm>
            <a:off x="8954548" y="4181030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  <a:endCxn id="188" idx="1"/>
          </p:cNvCxnSpPr>
          <p:nvPr/>
        </p:nvCxnSpPr>
        <p:spPr>
          <a:xfrm flipV="1">
            <a:off x="10041114" y="1925349"/>
            <a:ext cx="262280" cy="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10620419" y="2085721"/>
            <a:ext cx="0" cy="446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ectangle 245">
            <a:extLst>
              <a:ext uri="{FF2B5EF4-FFF2-40B4-BE49-F238E27FC236}">
                <a16:creationId xmlns:a16="http://schemas.microsoft.com/office/drawing/2014/main" id="{7DB1A51A-65F4-F78F-66E9-26BEC7D1F429}"/>
              </a:ext>
            </a:extLst>
          </p:cNvPr>
          <p:cNvSpPr/>
          <p:nvPr/>
        </p:nvSpPr>
        <p:spPr>
          <a:xfrm>
            <a:off x="8735434" y="4666409"/>
            <a:ext cx="3211175" cy="11485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59ACE4B-3480-1629-6C53-E4F0CAF8E3B3}"/>
              </a:ext>
            </a:extLst>
          </p:cNvPr>
          <p:cNvSpPr/>
          <p:nvPr/>
        </p:nvSpPr>
        <p:spPr>
          <a:xfrm>
            <a:off x="8963069" y="4812512"/>
            <a:ext cx="1145147" cy="25601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959A3D80-20E7-6494-1D50-D8A9B0B3484F}"/>
              </a:ext>
            </a:extLst>
          </p:cNvPr>
          <p:cNvCxnSpPr>
            <a:cxnSpLocks/>
            <a:stCxn id="236" idx="2"/>
            <a:endCxn id="247" idx="0"/>
          </p:cNvCxnSpPr>
          <p:nvPr/>
        </p:nvCxnSpPr>
        <p:spPr>
          <a:xfrm flipH="1">
            <a:off x="9535643" y="4462046"/>
            <a:ext cx="0" cy="3504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612C7A6D-884F-9B2F-931F-082EDBE5C19E}"/>
              </a:ext>
            </a:extLst>
          </p:cNvPr>
          <p:cNvSpPr txBox="1"/>
          <p:nvPr/>
        </p:nvSpPr>
        <p:spPr>
          <a:xfrm>
            <a:off x="9997457" y="4393141"/>
            <a:ext cx="2215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Level3 OT Data Center</a:t>
            </a:r>
            <a:endParaRPr lang="en-SG" sz="1400" b="1" dirty="0"/>
          </a:p>
        </p:txBody>
      </p: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B07E0819-309C-FF9A-04E7-9AAE27F3F026}"/>
              </a:ext>
            </a:extLst>
          </p:cNvPr>
          <p:cNvCxnSpPr>
            <a:cxnSpLocks/>
            <a:endCxn id="247" idx="1"/>
          </p:cNvCxnSpPr>
          <p:nvPr/>
        </p:nvCxnSpPr>
        <p:spPr>
          <a:xfrm rot="16200000" flipH="1">
            <a:off x="7177629" y="3155081"/>
            <a:ext cx="2854800" cy="71608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94FBC31-405F-9590-9187-6C801EEEA3BE}"/>
              </a:ext>
            </a:extLst>
          </p:cNvPr>
          <p:cNvSpPr/>
          <p:nvPr/>
        </p:nvSpPr>
        <p:spPr>
          <a:xfrm>
            <a:off x="8990700" y="5176491"/>
            <a:ext cx="1143900" cy="5161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sp>
        <p:nvSpPr>
          <p:cNvPr id="266" name="Cylinder 265">
            <a:extLst>
              <a:ext uri="{FF2B5EF4-FFF2-40B4-BE49-F238E27FC236}">
                <a16:creationId xmlns:a16="http://schemas.microsoft.com/office/drawing/2014/main" id="{AD58B6B5-D484-911D-B29A-0AF1614A3D0D}"/>
              </a:ext>
            </a:extLst>
          </p:cNvPr>
          <p:cNvSpPr/>
          <p:nvPr/>
        </p:nvSpPr>
        <p:spPr>
          <a:xfrm>
            <a:off x="10336108" y="4968585"/>
            <a:ext cx="570017" cy="47771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8" name="Cylinder 267">
            <a:extLst>
              <a:ext uri="{FF2B5EF4-FFF2-40B4-BE49-F238E27FC236}">
                <a16:creationId xmlns:a16="http://schemas.microsoft.com/office/drawing/2014/main" id="{BF5BF641-A012-7453-356E-57A75520B0A0}"/>
              </a:ext>
            </a:extLst>
          </p:cNvPr>
          <p:cNvSpPr/>
          <p:nvPr/>
        </p:nvSpPr>
        <p:spPr>
          <a:xfrm>
            <a:off x="11253934" y="4965246"/>
            <a:ext cx="550774" cy="455686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46E59D0E-E458-CCB4-663F-07BA86679AA2}"/>
              </a:ext>
            </a:extLst>
          </p:cNvPr>
          <p:cNvSpPr txBox="1"/>
          <p:nvPr/>
        </p:nvSpPr>
        <p:spPr>
          <a:xfrm>
            <a:off x="11020587" y="4683025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Historian DB</a:t>
            </a:r>
            <a:endParaRPr lang="en-SG" sz="1100" b="1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DC201EEC-5598-9804-0FF5-0346D500B83E}"/>
              </a:ext>
            </a:extLst>
          </p:cNvPr>
          <p:cNvSpPr txBox="1"/>
          <p:nvPr/>
        </p:nvSpPr>
        <p:spPr>
          <a:xfrm>
            <a:off x="10170807" y="4698697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I/O Raw DB</a:t>
            </a:r>
            <a:endParaRPr lang="en-SG" sz="1100" b="1" dirty="0"/>
          </a:p>
        </p:txBody>
      </p: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2ECC3611-0879-8288-A694-00A2792CE974}"/>
              </a:ext>
            </a:extLst>
          </p:cNvPr>
          <p:cNvCxnSpPr>
            <a:cxnSpLocks/>
          </p:cNvCxnSpPr>
          <p:nvPr/>
        </p:nvCxnSpPr>
        <p:spPr>
          <a:xfrm>
            <a:off x="10163175" y="5636525"/>
            <a:ext cx="142875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7A82369E-9A5C-CB1E-0A77-565DA7B513BD}"/>
              </a:ext>
            </a:extLst>
          </p:cNvPr>
          <p:cNvCxnSpPr>
            <a:cxnSpLocks/>
            <a:stCxn id="266" idx="3"/>
          </p:cNvCxnSpPr>
          <p:nvPr/>
        </p:nvCxnSpPr>
        <p:spPr>
          <a:xfrm>
            <a:off x="10621117" y="5446303"/>
            <a:ext cx="1" cy="19022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78DE714-9D56-C349-B43A-4A5986A4117D}"/>
              </a:ext>
            </a:extLst>
          </p:cNvPr>
          <p:cNvCxnSpPr>
            <a:cxnSpLocks/>
          </p:cNvCxnSpPr>
          <p:nvPr/>
        </p:nvCxnSpPr>
        <p:spPr>
          <a:xfrm>
            <a:off x="11572876" y="5417727"/>
            <a:ext cx="0" cy="209433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71675EC-0BAF-32C0-B50B-602795616657}"/>
              </a:ext>
            </a:extLst>
          </p:cNvPr>
          <p:cNvSpPr/>
          <p:nvPr/>
        </p:nvSpPr>
        <p:spPr>
          <a:xfrm>
            <a:off x="3246845" y="1387586"/>
            <a:ext cx="1525103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input hash table variables</a:t>
            </a:r>
            <a:endParaRPr lang="en-SG" sz="105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D4F69-9A1B-C8DF-3630-108F0BEC86A5}"/>
              </a:ext>
            </a:extLst>
          </p:cNvPr>
          <p:cNvSpPr/>
          <p:nvPr/>
        </p:nvSpPr>
        <p:spPr>
          <a:xfrm>
            <a:off x="4359691" y="2204804"/>
            <a:ext cx="2314379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Ladder Logic calculation module </a:t>
            </a:r>
            <a:endParaRPr lang="en-SG" sz="1050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6DBB44F-6D16-4CB1-E5C5-094F3D80E0B1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771948" y="1646245"/>
            <a:ext cx="744933" cy="5585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CBE30-D3FA-8C3E-1B0F-6386226EF08C}"/>
              </a:ext>
            </a:extLst>
          </p:cNvPr>
          <p:cNvSpPr/>
          <p:nvPr/>
        </p:nvSpPr>
        <p:spPr>
          <a:xfrm>
            <a:off x="1065186" y="1179098"/>
            <a:ext cx="1161785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Sensor </a:t>
            </a:r>
            <a:endParaRPr lang="en-SG" sz="105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3A273FC-F917-1A2B-1CB4-4AA7B7590AD1}"/>
              </a:ext>
            </a:extLst>
          </p:cNvPr>
          <p:cNvCxnSpPr>
            <a:cxnSpLocks/>
          </p:cNvCxnSpPr>
          <p:nvPr/>
        </p:nvCxnSpPr>
        <p:spPr>
          <a:xfrm>
            <a:off x="2492111" y="1570123"/>
            <a:ext cx="7310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2404ECD-80F5-75EE-05C2-6E6C64F9CF7C}"/>
              </a:ext>
            </a:extLst>
          </p:cNvPr>
          <p:cNvSpPr/>
          <p:nvPr/>
        </p:nvSpPr>
        <p:spPr>
          <a:xfrm>
            <a:off x="7861129" y="2117963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 UA Server</a:t>
            </a:r>
            <a:endParaRPr lang="en-SG" sz="1050" b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0546D7-C0EB-733F-CA9F-87504E974245}"/>
              </a:ext>
            </a:extLst>
          </p:cNvPr>
          <p:cNvSpPr/>
          <p:nvPr/>
        </p:nvSpPr>
        <p:spPr>
          <a:xfrm>
            <a:off x="1065186" y="2492974"/>
            <a:ext cx="672174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</a:t>
            </a:r>
            <a:endParaRPr lang="en-SG" sz="105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D89267-5C64-CEBD-1EC5-4BC32D9788BD}"/>
              </a:ext>
            </a:extLst>
          </p:cNvPr>
          <p:cNvSpPr/>
          <p:nvPr/>
        </p:nvSpPr>
        <p:spPr>
          <a:xfrm>
            <a:off x="1065187" y="1687014"/>
            <a:ext cx="1184566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Radar</a:t>
            </a:r>
            <a:endParaRPr lang="en-SG" sz="1050" b="1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DE7529E9-DE8D-C7C4-68DC-8FC4E8170030}"/>
              </a:ext>
            </a:extLst>
          </p:cNvPr>
          <p:cNvCxnSpPr>
            <a:cxnSpLocks/>
            <a:stCxn id="17" idx="3"/>
            <a:endCxn id="2" idx="3"/>
          </p:cNvCxnSpPr>
          <p:nvPr/>
        </p:nvCxnSpPr>
        <p:spPr>
          <a:xfrm>
            <a:off x="2226971" y="1333070"/>
            <a:ext cx="22782" cy="507916"/>
          </a:xfrm>
          <a:prstGeom prst="bentConnector3">
            <a:avLst>
              <a:gd name="adj1" fmla="val 110342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60D393-9BF8-CE07-F867-23FBD7630E8C}"/>
              </a:ext>
            </a:extLst>
          </p:cNvPr>
          <p:cNvCxnSpPr>
            <a:cxnSpLocks/>
          </p:cNvCxnSpPr>
          <p:nvPr/>
        </p:nvCxnSpPr>
        <p:spPr>
          <a:xfrm>
            <a:off x="4771948" y="1487042"/>
            <a:ext cx="1903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4F6E7E5-FE9B-D3FF-3203-6DFCCF261A8B}"/>
              </a:ext>
            </a:extLst>
          </p:cNvPr>
          <p:cNvSpPr/>
          <p:nvPr/>
        </p:nvSpPr>
        <p:spPr>
          <a:xfrm>
            <a:off x="6675120" y="1312003"/>
            <a:ext cx="142186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 data structure variable </a:t>
            </a:r>
            <a:endParaRPr lang="en-SG" sz="1050" b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36BBBF2-412D-0A89-0F92-E88C3514FAB3}"/>
              </a:ext>
            </a:extLst>
          </p:cNvPr>
          <p:cNvSpPr/>
          <p:nvPr/>
        </p:nvSpPr>
        <p:spPr>
          <a:xfrm>
            <a:off x="3246845" y="2954431"/>
            <a:ext cx="1525103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input hash table variables</a:t>
            </a:r>
            <a:endParaRPr lang="en-SG" sz="1050" b="1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5C86241-053D-5EA6-3081-FFEC4CD14046}"/>
              </a:ext>
            </a:extLst>
          </p:cNvPr>
          <p:cNvCxnSpPr>
            <a:cxnSpLocks/>
            <a:stCxn id="14" idx="2"/>
          </p:cNvCxnSpPr>
          <p:nvPr/>
        </p:nvCxnSpPr>
        <p:spPr>
          <a:xfrm rot="5400000">
            <a:off x="4923312" y="2428452"/>
            <a:ext cx="442207" cy="7449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46FFA20-69E2-6B81-9530-B30D4DBBD879}"/>
              </a:ext>
            </a:extLst>
          </p:cNvPr>
          <p:cNvCxnSpPr>
            <a:cxnSpLocks/>
          </p:cNvCxnSpPr>
          <p:nvPr/>
        </p:nvCxnSpPr>
        <p:spPr>
          <a:xfrm>
            <a:off x="4793284" y="3229410"/>
            <a:ext cx="1903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10524C7-F4CD-F7AB-1821-555F2C4744FF}"/>
              </a:ext>
            </a:extLst>
          </p:cNvPr>
          <p:cNvCxnSpPr>
            <a:cxnSpLocks/>
          </p:cNvCxnSpPr>
          <p:nvPr/>
        </p:nvCxnSpPr>
        <p:spPr>
          <a:xfrm flipH="1">
            <a:off x="2409403" y="3141936"/>
            <a:ext cx="8374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6BD78A6-7E95-3C8F-5DD4-B3C06BB741D9}"/>
              </a:ext>
            </a:extLst>
          </p:cNvPr>
          <p:cNvSpPr/>
          <p:nvPr/>
        </p:nvSpPr>
        <p:spPr>
          <a:xfrm>
            <a:off x="1065186" y="3022022"/>
            <a:ext cx="1322881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antenna </a:t>
            </a:r>
            <a:endParaRPr lang="en-SG" sz="1050" b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D164133-C45C-6E22-76BD-2F63A75314A8}"/>
              </a:ext>
            </a:extLst>
          </p:cNvPr>
          <p:cNvCxnSpPr>
            <a:cxnSpLocks/>
          </p:cNvCxnSpPr>
          <p:nvPr/>
        </p:nvCxnSpPr>
        <p:spPr>
          <a:xfrm flipV="1">
            <a:off x="1320497" y="2800918"/>
            <a:ext cx="0" cy="212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708FFD17-62AE-70EC-4096-89001700CFC3}"/>
              </a:ext>
            </a:extLst>
          </p:cNvPr>
          <p:cNvSpPr/>
          <p:nvPr/>
        </p:nvSpPr>
        <p:spPr>
          <a:xfrm>
            <a:off x="6717792" y="2988488"/>
            <a:ext cx="142186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 data structure variable </a:t>
            </a:r>
            <a:endParaRPr lang="en-SG" sz="1050" b="1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2AE3F88D-DF42-A8ED-6CD6-9589B84673C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 rot="16200000" flipH="1">
            <a:off x="7700920" y="1372147"/>
            <a:ext cx="430949" cy="1060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9258463F-E708-EA87-AC67-C843FD1D9B54}"/>
              </a:ext>
            </a:extLst>
          </p:cNvPr>
          <p:cNvCxnSpPr>
            <a:cxnSpLocks/>
            <a:stCxn id="47" idx="0"/>
            <a:endCxn id="21" idx="2"/>
          </p:cNvCxnSpPr>
          <p:nvPr/>
        </p:nvCxnSpPr>
        <p:spPr>
          <a:xfrm rot="5400000" flipH="1" flipV="1">
            <a:off x="7689973" y="2231727"/>
            <a:ext cx="495514" cy="10180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53667102-D0AE-4021-CA7E-A07037310B78}"/>
              </a:ext>
            </a:extLst>
          </p:cNvPr>
          <p:cNvSpPr/>
          <p:nvPr/>
        </p:nvSpPr>
        <p:spPr>
          <a:xfrm>
            <a:off x="9730302" y="2117963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 UA Client</a:t>
            </a:r>
            <a:endParaRPr lang="en-SG" sz="1050" b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BFF255-3827-161F-6836-A309515214D7}"/>
              </a:ext>
            </a:extLst>
          </p:cNvPr>
          <p:cNvCxnSpPr>
            <a:cxnSpLocks/>
            <a:stCxn id="21" idx="3"/>
            <a:endCxn id="54" idx="1"/>
          </p:cNvCxnSpPr>
          <p:nvPr/>
        </p:nvCxnSpPr>
        <p:spPr>
          <a:xfrm>
            <a:off x="9032340" y="2305469"/>
            <a:ext cx="6979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9F92C80D-71D8-E84F-62D8-DE7BCBCEE867}"/>
              </a:ext>
            </a:extLst>
          </p:cNvPr>
          <p:cNvSpPr/>
          <p:nvPr/>
        </p:nvSpPr>
        <p:spPr>
          <a:xfrm>
            <a:off x="9699889" y="1333070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HMI</a:t>
            </a:r>
            <a:endParaRPr lang="en-SG" sz="1050" b="1" dirty="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4756C74-689F-38CD-99BF-42EDE105262B}"/>
              </a:ext>
            </a:extLst>
          </p:cNvPr>
          <p:cNvCxnSpPr>
            <a:cxnSpLocks/>
          </p:cNvCxnSpPr>
          <p:nvPr/>
        </p:nvCxnSpPr>
        <p:spPr>
          <a:xfrm flipV="1">
            <a:off x="10236659" y="1708081"/>
            <a:ext cx="0" cy="391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6C0E9CC4-BEA5-B33B-82CB-6A6DE2D0B5AC}"/>
              </a:ext>
            </a:extLst>
          </p:cNvPr>
          <p:cNvSpPr/>
          <p:nvPr/>
        </p:nvSpPr>
        <p:spPr>
          <a:xfrm>
            <a:off x="9784462" y="2954430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Raw Data Base</a:t>
            </a:r>
            <a:endParaRPr lang="en-SG" sz="1050" b="1" dirty="0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05869A0-843A-C03F-B1ED-34B464184E68}"/>
              </a:ext>
            </a:extLst>
          </p:cNvPr>
          <p:cNvCxnSpPr>
            <a:cxnSpLocks/>
          </p:cNvCxnSpPr>
          <p:nvPr/>
        </p:nvCxnSpPr>
        <p:spPr>
          <a:xfrm flipH="1">
            <a:off x="10254947" y="2492974"/>
            <a:ext cx="0" cy="40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70110136-CD70-6B13-AC46-4F18120F245B}"/>
              </a:ext>
            </a:extLst>
          </p:cNvPr>
          <p:cNvSpPr/>
          <p:nvPr/>
        </p:nvSpPr>
        <p:spPr>
          <a:xfrm>
            <a:off x="2655907" y="137997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827D954-0DF1-8AD2-1F5E-88698408D93D}"/>
              </a:ext>
            </a:extLst>
          </p:cNvPr>
          <p:cNvSpPr/>
          <p:nvPr/>
        </p:nvSpPr>
        <p:spPr>
          <a:xfrm>
            <a:off x="5164244" y="157031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37E0436-0E40-E576-EF61-2A87DD7B8182}"/>
              </a:ext>
            </a:extLst>
          </p:cNvPr>
          <p:cNvSpPr/>
          <p:nvPr/>
        </p:nvSpPr>
        <p:spPr>
          <a:xfrm>
            <a:off x="5820361" y="138758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F0CF517-32FE-9E19-0D2B-4BA2978CBE2E}"/>
              </a:ext>
            </a:extLst>
          </p:cNvPr>
          <p:cNvSpPr/>
          <p:nvPr/>
        </p:nvSpPr>
        <p:spPr>
          <a:xfrm>
            <a:off x="5215089" y="284525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9BA8FA2-8EE1-2AD4-0325-CEC8E9816068}"/>
              </a:ext>
            </a:extLst>
          </p:cNvPr>
          <p:cNvSpPr/>
          <p:nvPr/>
        </p:nvSpPr>
        <p:spPr>
          <a:xfrm>
            <a:off x="5883589" y="301528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F1E7B881-7E00-2D25-F90F-C6A7CC07A5D7}"/>
              </a:ext>
            </a:extLst>
          </p:cNvPr>
          <p:cNvSpPr/>
          <p:nvPr/>
        </p:nvSpPr>
        <p:spPr>
          <a:xfrm>
            <a:off x="2670876" y="292780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8707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290</Words>
  <Application>Microsoft Office PowerPoint</Application>
  <PresentationFormat>Widescreen</PresentationFormat>
  <Paragraphs>79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9</cp:revision>
  <dcterms:created xsi:type="dcterms:W3CDTF">2025-12-05T01:36:25Z</dcterms:created>
  <dcterms:modified xsi:type="dcterms:W3CDTF">2025-12-10T02:19:15Z</dcterms:modified>
</cp:coreProperties>
</file>