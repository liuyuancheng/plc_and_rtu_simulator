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BDE586-4E23-46A7-AC89-D700B479A839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F7605-4380-462A-A44A-3D5ABC29722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8035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9FDDD-CBC6-C648-A4E1-1A5567F98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AEB5B-CE4B-7AAC-0115-05D90BEE4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3EA8A-4F0C-5F19-9905-BCA4B1F8F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A7936-C7DD-AF19-7F43-B578D646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B7347-2599-603D-A368-1918BC87E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6814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92B91-0E79-6BE3-4F08-9CA60A235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11EF3-B5A1-FDBB-253D-B89F8AB4A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C727C-BDAE-75DD-9CB5-2920F84B7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287B3-0FD7-F2C2-4C6F-CB233D15C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7BE09-EB50-F54A-E89E-3AFBDEBD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212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EDE4-0B76-45C8-1990-D3D99D46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FA79A-EA90-CACA-F72A-125B0E59A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FDF18-B6A8-85ED-7DF9-EA1D1BBE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0A67-6DC0-A874-A44C-2ED11A8D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A4B5-AADA-4253-5094-1E202443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3445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4446-34FC-9F85-C501-DF0D93066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BE95-3897-A061-75EF-6DD9EE83C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610ED-01FA-77E5-9703-524C8F551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AFB0-8CE4-C58D-A1DD-F25193B56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22000-3267-B97F-DF10-8A0AE37EB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884254-FB5C-C0AA-4E06-F83506D3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83199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0408-DDEA-EABE-257C-0261833FF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1F57FB-AB1A-40C1-224F-50ABFA63B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0CF91-362A-817C-EC1E-53962E93E2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3F8EC4-8040-63C5-E616-7AEC18DDD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C9DB85-6DFF-D0AE-0849-B24B1671A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11EE56-4D3C-DACB-453F-3CA229450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136DA8-9A39-A70D-FC15-FAFF2515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5E2AE4-096D-3C6F-09D8-F99F4C16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160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01188-5D2F-42B1-E825-648D968D8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F304A5-89F9-2DE2-A0A4-DED344C3B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F7847D-365A-DBDB-5448-3727BFD56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3F30E0-387E-6BF0-0D41-98E1ECC4D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2858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50E94-3514-E20C-B684-AA1AD5358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08938D-FA8C-F139-FE34-70A7757A0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E9F01-EF39-7F99-B00E-0FE3FC463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9115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8FC82-3AE7-7788-7EEE-21FAEA491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472A8-7944-7E22-ABD3-A72C35DF9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B27-13B5-5CFE-C357-AD00D66B51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5E9B2-77B3-8331-9796-A4544574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064A45-FB83-E74C-3BF2-6026A9A25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2FFD45-1975-D21A-CF43-A048951C9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60251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404D5-6456-2228-A6AB-977315391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E15C51-F566-3568-776D-2E2E67DAF1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4B758-D886-DFDD-C216-65E31E199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B2C39-6D9C-DCF1-F861-4B6CDFE33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FB338-4990-9259-1526-D1090C70F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58B8A-71A8-772B-B2DC-0B9B69165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0284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5FB0D-2985-AAC4-A2DC-D30317341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C8DB58-7428-5636-C7ED-641FA6425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FC039-888E-08D0-8F05-233A1E7BB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FEF61-29C0-5BC1-CED2-7C09E7C36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805FB-D927-69FE-C758-79873C1C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8586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638C0A-C18A-BEAC-B19B-3A373B0016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6A0DD8-E682-9C4C-3AEF-0D167C5F3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A5A0E-F411-9788-2595-55A172AB8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A22F4-24D8-F8C2-663F-26F93FBA1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FDF0F-F19D-D6CB-0CEC-DD73FD05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6407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B42097-CD21-6B70-4DFA-38192EBC7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453BA-34A0-0E0E-0335-44C04B363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C68AE-A7BF-D4E3-088E-D935FE796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BF85A-0B19-E48C-FDD0-3775E5CD1A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AB81E-8055-8CFE-2E06-1AE7FF637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3345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4543840" y="2145434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2144789"/>
            <a:ext cx="3413179" cy="4239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479495" y="178682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5219105" y="301821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143" y="3599698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5796575" y="3305723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27544" y="1766471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4733726" y="3578384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2ADACBF-6CD1-7C6A-393E-8FDE39B7951F}"/>
              </a:ext>
            </a:extLst>
          </p:cNvPr>
          <p:cNvSpPr/>
          <p:nvPr/>
        </p:nvSpPr>
        <p:spPr>
          <a:xfrm>
            <a:off x="8011053" y="2144789"/>
            <a:ext cx="3413180" cy="42195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5089A106-CF1F-EBEA-140F-03132C4ED2DD}"/>
              </a:ext>
            </a:extLst>
          </p:cNvPr>
          <p:cNvSpPr txBox="1"/>
          <p:nvPr/>
        </p:nvSpPr>
        <p:spPr>
          <a:xfrm>
            <a:off x="7897351" y="177432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Console or HMI</a:t>
            </a:r>
            <a:endParaRPr lang="en-SG" sz="14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5247599" y="4582055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13263F-1648-5749-94E7-C1F6266E379E}"/>
              </a:ext>
            </a:extLst>
          </p:cNvPr>
          <p:cNvSpPr/>
          <p:nvPr/>
        </p:nvSpPr>
        <p:spPr>
          <a:xfrm>
            <a:off x="3732213" y="2953594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4351785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5780178" y="4252750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4915313" y="3154680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4872774" y="4708550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6509352" y="358137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D</a:t>
            </a:r>
            <a:r>
              <a:rPr lang="en-SG" sz="1050" b="1" dirty="0"/>
              <a:t>NP3 Server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6566585" y="3319702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F00080B1-57FE-3EF4-943B-EFB50200C31E}"/>
              </a:ext>
            </a:extLst>
          </p:cNvPr>
          <p:cNvSpPr/>
          <p:nvPr/>
        </p:nvSpPr>
        <p:spPr>
          <a:xfrm>
            <a:off x="6524779" y="4057946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1BD5C1-01FF-CA5A-DCA7-43CAEE7623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240" y="2511144"/>
            <a:ext cx="3015909" cy="18414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77CF6C-F68F-DA56-04A7-492B6FEE30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266" y="4673267"/>
            <a:ext cx="2982263" cy="15267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DCBA473-2400-C830-B1E3-9399BB15C164}"/>
              </a:ext>
            </a:extLst>
          </p:cNvPr>
          <p:cNvSpPr txBox="1"/>
          <p:nvPr/>
        </p:nvSpPr>
        <p:spPr>
          <a:xfrm>
            <a:off x="527544" y="2182278"/>
            <a:ext cx="3470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Gas Power Generator Simulator Program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BB6035-ECDD-E5CD-8792-25E6CC3C57B6}"/>
              </a:ext>
            </a:extLst>
          </p:cNvPr>
          <p:cNvSpPr txBox="1"/>
          <p:nvPr/>
        </p:nvSpPr>
        <p:spPr>
          <a:xfrm>
            <a:off x="601142" y="4384208"/>
            <a:ext cx="3470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Transformer Simulator Program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57B2BA-AB22-7164-ABAC-4C8AEB7A5B04}"/>
              </a:ext>
            </a:extLst>
          </p:cNvPr>
          <p:cNvSpPr/>
          <p:nvPr/>
        </p:nvSpPr>
        <p:spPr>
          <a:xfrm>
            <a:off x="4502109" y="5440114"/>
            <a:ext cx="2489871" cy="9242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D4AA2-6330-6FE4-282B-0FC75A6EF3D2}"/>
              </a:ext>
            </a:extLst>
          </p:cNvPr>
          <p:cNvSpPr/>
          <p:nvPr/>
        </p:nvSpPr>
        <p:spPr>
          <a:xfrm>
            <a:off x="3710639" y="5734303"/>
            <a:ext cx="1824158" cy="41159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0E313C-6362-6892-CD05-00DB836BEE80}"/>
              </a:ext>
            </a:extLst>
          </p:cNvPr>
          <p:cNvSpPr txBox="1"/>
          <p:nvPr/>
        </p:nvSpPr>
        <p:spPr>
          <a:xfrm>
            <a:off x="4483101" y="5449249"/>
            <a:ext cx="22521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Metering Unit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67D04D19-6C05-98C0-6ED5-C4A17572279F}"/>
              </a:ext>
            </a:extLst>
          </p:cNvPr>
          <p:cNvCxnSpPr>
            <a:stCxn id="120" idx="1"/>
          </p:cNvCxnSpPr>
          <p:nvPr/>
        </p:nvCxnSpPr>
        <p:spPr>
          <a:xfrm rot="10800000">
            <a:off x="6336793" y="3313939"/>
            <a:ext cx="187987" cy="91448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36023D7-EADF-B320-6F9A-9DE5E13289D5}"/>
              </a:ext>
            </a:extLst>
          </p:cNvPr>
          <p:cNvSpPr/>
          <p:nvPr/>
        </p:nvSpPr>
        <p:spPr>
          <a:xfrm>
            <a:off x="6509352" y="5757026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D</a:t>
            </a:r>
            <a:r>
              <a:rPr lang="en-SG" sz="1050" b="1" dirty="0"/>
              <a:t>NP3 Server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5B3EA-695C-8683-7F6F-B6370DB68676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5534797" y="5927507"/>
            <a:ext cx="974555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A8E2B13-9828-258F-29C5-514FB36C81FD}"/>
              </a:ext>
            </a:extLst>
          </p:cNvPr>
          <p:cNvSpPr txBox="1"/>
          <p:nvPr/>
        </p:nvSpPr>
        <p:spPr>
          <a:xfrm>
            <a:off x="4555358" y="2208149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Power Transmission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8046946" y="2198305"/>
            <a:ext cx="2815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Generator Control And Monitor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36153AB-458B-9850-0785-49A992BAFD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9539" y="2582620"/>
            <a:ext cx="3162389" cy="1324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B5051B4-EE9F-301E-398B-78D971AFA3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7424" y="4434689"/>
            <a:ext cx="3130494" cy="1687451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725BC056-735A-713C-481A-B6C391D9162D}"/>
              </a:ext>
            </a:extLst>
          </p:cNvPr>
          <p:cNvSpPr txBox="1"/>
          <p:nvPr/>
        </p:nvSpPr>
        <p:spPr>
          <a:xfrm>
            <a:off x="8169911" y="4078489"/>
            <a:ext cx="2246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Power Grid Monitor HMI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1ABEA43-1B13-4EFD-A074-E00CE4C34EC6}"/>
              </a:ext>
            </a:extLst>
          </p:cNvPr>
          <p:cNvSpPr/>
          <p:nvPr/>
        </p:nvSpPr>
        <p:spPr>
          <a:xfrm>
            <a:off x="7861407" y="343022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2807C64-6BDD-E03B-B66B-D78BC0AFF245}"/>
              </a:ext>
            </a:extLst>
          </p:cNvPr>
          <p:cNvSpPr/>
          <p:nvPr/>
        </p:nvSpPr>
        <p:spPr>
          <a:xfrm>
            <a:off x="7897351" y="5885904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B5D73E1-A9F8-4E93-9F38-AA246A882528}"/>
              </a:ext>
            </a:extLst>
          </p:cNvPr>
          <p:cNvCxnSpPr/>
          <p:nvPr/>
        </p:nvCxnSpPr>
        <p:spPr>
          <a:xfrm>
            <a:off x="7288236" y="4398908"/>
            <a:ext cx="0" cy="1335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7B5D3507-6E33-9968-2C7E-318FC59404B4}"/>
              </a:ext>
            </a:extLst>
          </p:cNvPr>
          <p:cNvCxnSpPr>
            <a:stCxn id="69" idx="1"/>
            <a:endCxn id="29" idx="3"/>
          </p:cNvCxnSpPr>
          <p:nvPr/>
        </p:nvCxnSpPr>
        <p:spPr>
          <a:xfrm rot="10800000">
            <a:off x="7474609" y="5927507"/>
            <a:ext cx="422743" cy="12887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1950D1BE-0348-1EA5-13D9-AA2199C3792C}"/>
              </a:ext>
            </a:extLst>
          </p:cNvPr>
          <p:cNvCxnSpPr>
            <a:cxnSpLocks/>
            <a:stCxn id="69" idx="1"/>
            <a:endCxn id="81" idx="3"/>
          </p:cNvCxnSpPr>
          <p:nvPr/>
        </p:nvCxnSpPr>
        <p:spPr>
          <a:xfrm rot="10800000">
            <a:off x="7474609" y="3751853"/>
            <a:ext cx="422743" cy="23045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FEA84D2-D10D-7D77-65C4-5A54F058D84C}"/>
              </a:ext>
            </a:extLst>
          </p:cNvPr>
          <p:cNvCxnSpPr>
            <a:stCxn id="114" idx="1"/>
          </p:cNvCxnSpPr>
          <p:nvPr/>
        </p:nvCxnSpPr>
        <p:spPr>
          <a:xfrm flipH="1" flipV="1">
            <a:off x="7490035" y="3599698"/>
            <a:ext cx="371372" cy="1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1AB997-DBE4-9D12-D950-44E7E2CF2329}"/>
              </a:ext>
            </a:extLst>
          </p:cNvPr>
          <p:cNvSpPr txBox="1"/>
          <p:nvPr/>
        </p:nvSpPr>
        <p:spPr>
          <a:xfrm>
            <a:off x="562555" y="907481"/>
            <a:ext cx="10759373" cy="461665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RTU Simulator With IEEE 1815-2021 DNP3.0 Comm Protocol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D99C46-2AA2-1B01-CE9C-3076A9FCC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72" y="1394505"/>
            <a:ext cx="11286049" cy="4943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24A107-80BB-DE3D-B7F5-EC49B9D6F5C8}"/>
              </a:ext>
            </a:extLst>
          </p:cNvPr>
          <p:cNvSpPr txBox="1"/>
          <p:nvPr/>
        </p:nvSpPr>
        <p:spPr>
          <a:xfrm>
            <a:off x="452972" y="649297"/>
            <a:ext cx="11286049" cy="461665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RTU Simulator With IEEE 1815-2021 DNP3.0 Comm Protocol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4062452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103</Words>
  <Application>Microsoft Office PowerPoint</Application>
  <PresentationFormat>Widescreen</PresentationFormat>
  <Paragraphs>25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5</cp:revision>
  <dcterms:created xsi:type="dcterms:W3CDTF">2026-08-13T06:53:27Z</dcterms:created>
  <dcterms:modified xsi:type="dcterms:W3CDTF">2026-08-16T11:17:14Z</dcterms:modified>
</cp:coreProperties>
</file>